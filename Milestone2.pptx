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3043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3840480" cy="384048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937760"/>
            <a:ext cx="3291840" cy="329184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087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DATA ANALYTICS PROJECT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 TRANSPORTATION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ACCIDENT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&amp; Preprocessing  —  Milestone 2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8" name="Shape 6"/>
          <p:cNvSpPr/>
          <p:nvPr/>
        </p:nvSpPr>
        <p:spPr>
          <a:xfrm>
            <a:off x="102412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9164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Pavana R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1188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12" name="Shape 10"/>
          <p:cNvSpPr/>
          <p:nvPr/>
        </p:nvSpPr>
        <p:spPr>
          <a:xfrm>
            <a:off x="381304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3" name="Text 11"/>
          <p:cNvSpPr/>
          <p:nvPr/>
        </p:nvSpPr>
        <p:spPr>
          <a:xfrm>
            <a:off x="381304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RK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48056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Rhutuja Kshirsagar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16" name="Shape 14"/>
          <p:cNvSpPr/>
          <p:nvPr/>
        </p:nvSpPr>
        <p:spPr>
          <a:xfrm>
            <a:off x="660196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17" name="Text 15"/>
          <p:cNvSpPr/>
          <p:nvPr/>
        </p:nvSpPr>
        <p:spPr>
          <a:xfrm>
            <a:off x="660196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26948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Shaista Sultana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9720" y="5074920"/>
            <a:ext cx="2514600" cy="1051560"/>
          </a:xfrm>
          <a:prstGeom prst="roundRect">
            <a:avLst>
              <a:gd name="adj" fmla="val 7826"/>
            </a:avLst>
          </a:prstGeom>
          <a:solidFill>
            <a:srgbClr val="2C3159"/>
          </a:solidFill>
          <a:ln/>
        </p:spPr>
      </p:sp>
      <p:sp>
        <p:nvSpPr>
          <p:cNvPr id="20" name="Shape 18"/>
          <p:cNvSpPr/>
          <p:nvPr/>
        </p:nvSpPr>
        <p:spPr>
          <a:xfrm>
            <a:off x="9390888" y="5312664"/>
            <a:ext cx="566928" cy="566928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21" name="Text 19"/>
          <p:cNvSpPr/>
          <p:nvPr/>
        </p:nvSpPr>
        <p:spPr>
          <a:xfrm>
            <a:off x="9390888" y="53126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0058400" y="5074920"/>
            <a:ext cx="1554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Subasri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Milestone 1's raw, messy CSV to a clean, analysis-ready dataset — every transformation applied to the Road Transportation Accident dataset (12,316 rows × 32 columns).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276148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508760" y="26426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0876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→ datetime &amp; category dtypes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51460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0" y="276148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76148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32320" y="264261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IQR-based detection and capping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7947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404164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08760" y="392277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50876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new derived features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379476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0" y="404164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0" y="40416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32320" y="392277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32320" y="4297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redundant / low-value columns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3466948" y="5074920"/>
            <a:ext cx="5257800" cy="1051560"/>
          </a:xfrm>
          <a:prstGeom prst="roundRect">
            <a:avLst>
              <a:gd name="adj" fmla="val 6957"/>
            </a:avLst>
          </a:prstGeom>
          <a:solidFill>
            <a:srgbClr val="F5F6FA"/>
          </a:solidFill>
          <a:ln/>
        </p:spPr>
      </p:sp>
      <p:sp>
        <p:nvSpPr>
          <p:cNvPr id="28" name="Shape 26"/>
          <p:cNvSpPr/>
          <p:nvPr/>
        </p:nvSpPr>
        <p:spPr>
          <a:xfrm>
            <a:off x="3695548" y="5321808"/>
            <a:ext cx="566928" cy="566928"/>
          </a:xfrm>
          <a:prstGeom prst="ellipse">
            <a:avLst/>
          </a:prstGeom>
          <a:solidFill>
            <a:srgbClr val="1B1F3B"/>
          </a:solidFill>
          <a:ln/>
        </p:spPr>
      </p:sp>
      <p:sp>
        <p:nvSpPr>
          <p:cNvPr id="29" name="Text 27"/>
          <p:cNvSpPr/>
          <p:nvPr/>
        </p:nvSpPr>
        <p:spPr>
          <a:xfrm>
            <a:off x="3695548" y="53218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427068" y="520293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4427068" y="5577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a clean, model-ready dataset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 at a Glance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Road Transportation Accident Dataset, loaded from CSV before any cleaning — every column falls into one of four natural groups.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78892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&amp; VEHICLE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306324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&amp; what was involved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04672" y="344728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sex &amp; education of driver; vehicle type, ownership, service year and defects.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86200" y="260604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4142232" y="278892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&amp; ENVIRONMENT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42232" y="306324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happened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142232" y="344728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 type, road surface &amp; alignment, lighting and weather conditions.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57200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75488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DETAILS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" y="502920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happened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04672" y="541324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involved, collision type, vehicle movement and cause of accident.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86200" y="4572000"/>
            <a:ext cx="30632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20" name="Text 18"/>
          <p:cNvSpPr/>
          <p:nvPr/>
        </p:nvSpPr>
        <p:spPr>
          <a:xfrm>
            <a:off x="4142232" y="4754880"/>
            <a:ext cx="25511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CASUALTY INFO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42232" y="5029200"/>
            <a:ext cx="25511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was affected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142232" y="5413248"/>
            <a:ext cx="25511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Casualty class, sex, age band, severity, occupation and fitness.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78040" y="2606040"/>
            <a:ext cx="4434840" cy="365760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</p:spPr>
      </p:sp>
      <p:sp>
        <p:nvSpPr>
          <p:cNvPr id="24" name="Text 22"/>
          <p:cNvSpPr/>
          <p:nvPr/>
        </p:nvSpPr>
        <p:spPr>
          <a:xfrm>
            <a:off x="7543800" y="292608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DATASET SNAPSHOT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43800" y="329184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12,316</a:t>
            </a:r>
            <a:endParaRPr lang="en-US" sz="3800" dirty="0"/>
          </a:p>
        </p:txBody>
      </p:sp>
      <p:sp>
        <p:nvSpPr>
          <p:cNvPr id="26" name="Text 24"/>
          <p:cNvSpPr/>
          <p:nvPr/>
        </p:nvSpPr>
        <p:spPr>
          <a:xfrm>
            <a:off x="7543800" y="395935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543800" y="4389120"/>
            <a:ext cx="3703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7543800" y="505663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FA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43800" y="5486400"/>
            <a:ext cx="3703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numeric  ·  30 categorical  ·  0 duplicate rows  ·  3.0 MB in memory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Text to Optimized Types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1810512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every column is complete, pandas still sees most of them as generic text. Two conversions make the data both correct and efficient to work with.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60350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0720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308152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→  datetime64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34747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column (e.g. '17:02:00') is parsed with pd.to_datetime(), turning free text into a true time value pandas can extract hours, minutes and periods from.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572000"/>
            <a:ext cx="6035040" cy="1691640"/>
          </a:xfrm>
          <a:prstGeom prst="roundRect">
            <a:avLst>
              <a:gd name="adj" fmla="val 4324"/>
            </a:avLst>
          </a:prstGeom>
          <a:solidFill>
            <a:srgbClr val="F5F6FA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77316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50474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 →  category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22960" y="544068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29 remaining text columns are cast to pandas' category dtype, storing each unique label once and referencing it with lightweight integer codes.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03720" y="2606040"/>
            <a:ext cx="4709160" cy="3657600"/>
          </a:xfrm>
          <a:prstGeom prst="roundRect">
            <a:avLst>
              <a:gd name="adj" fmla="val 2500"/>
            </a:avLst>
          </a:prstGeom>
          <a:solidFill>
            <a:srgbClr val="1B1F3B"/>
          </a:solidFill>
          <a:ln/>
        </p:spPr>
      </p:sp>
      <p:sp>
        <p:nvSpPr>
          <p:cNvPr id="16" name="Text 14"/>
          <p:cNvSpPr/>
          <p:nvPr/>
        </p:nvSpPr>
        <p:spPr>
          <a:xfrm>
            <a:off x="7269480" y="29718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FOOTPRINT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269480" y="338328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strike="sngStrike" dirty="0">
                <a:solidFill>
                  <a:srgbClr val="9FA3C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MB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69480" y="402336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7269480" y="4526280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646.7 KB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7269480" y="5349240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i="1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~78% smaller  ·  29 columns converted to category dtype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Time to Datetime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 column was stored as plain text (e.g. '17:02:00'), which pandas can't do arithmetic or extraction 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pd.to_datetime() with format='%H:%M:%S' parses it into a proper datetime64 type.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errors='coerce' converts any malformed or unparseable value to NaT instead of crashing the whole conversion.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unlocks later features like extracting the accident hour directly from the column.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Converting time column to datetime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df['Time'] = pd.to_datetime(
    df['Time'].astype(str).str.strip(),
    format='%H:%M:%S',
    errors='coerce'
)
df.info()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Time    12316 non-null   datetime64[ns]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CONVERSION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Converting Objects to Category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remaining text (object) columns are converted to pandas' 'category' dtype.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dtype stores each unique label once and references it with lightweight integer codes internally.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usage dropped from 3.0 MB to 646.7 KB — roughly a 78% reduction — with 29 of 32 columns now categorical.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columns also make later groupby, filtering and modeling operations faster.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Convert remaining object columns to category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cat_cols = df.select_dtypes(include='object').columns
df[cat_cols] = df[cat_cols].astype('category')
df.info()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dtypes: category(29), datetime64[ns](1), int64(2)
# memory usage: 646.7 KB   (was 3.0+ MB)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HANDLING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IQR Detection &amp; Capping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Number_of_vehicles_involved and Number_of_casualties are checked for outliers using the IQR (Interquartile Range) rule.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 are set at Q1 − 1.5×IQR and Q3 + 1.5×IQR; anything outside is flagged.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treatment: 3,976 outliers in vehicles involved and 720 in casualties.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deleting rows, extreme values are capped (clipped) to the bounds — 0 outliers remain and no data is lost.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OUTLIER DETECTION (IQR)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num_cols = ['Number_of_vehicles_involved', 'Number_of_casualties']
limits = {}
for col in num_cols:
    Q1, Q3 = df[col].quantile(0.25), df[col].quantile(0.75)
    IQR = Q3 - Q1
    lower, upper = Q1 - 1.5*IQR, Q3 + 1.5*IQR
    limits[col] = (lower, upper)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OUTLIER HANDLING — IQR CAPPING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num_cols:
    lower, upper = limits[col]
    df[col] = df[col].clip(lower, upper)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Features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Accident_Hour is extracted directly from the newly converted datetime Time column.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Time_Period buckets each hour into Morning, Afternoon, Evening or Night using a simple custom function.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precise timestamp into an interpretable pattern that's far easier to visualize and model against.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Extract accident hour from Time column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df['Accident_Hour'] = df['Time'].dt.hour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time period feature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get_time_period(hour):
    if pd.isna(hour):
        return 'Unknown'
    elif 5 &lt;= hour &lt; 12:
        return 'Morning'
    elif 12 &lt;= hour &lt; 17:
        return 'Afternoon'
    elif 17 &lt;= hour &lt; 21:
        return 'Evening'
    else:
        return 'Night'
df['Time_Period'] = df['Accident_Hour'].apply(get_time_period)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&amp; Category Features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High_Risk_Weather flags accidents that occurred in Raining, Fog/mist or Snow conditions using np.where().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Vehicles_Category buckets the vehicle count into Low, Medium, High or Very High.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Casualties_Category buckets the casualty count into No Casualty, Low, Medium or High.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 these turn raw numeric fields into business-friendly severity tiers for reporting.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760720" y="1225296"/>
            <a:ext cx="6234764" cy="521208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39841" y="1704153"/>
            <a:ext cx="5455919" cy="3968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Weather risk indicator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df['High_Risk_Weather'] = np.where(
    df['Weather_conditions'].isin(
        ['Raining', 'Fog or mist', 'Snow']), 1, 0)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Categorize vehicles involved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vehicle_category(v):
    if v &lt;= 1: return 'Low'
    elif v &lt;= 3: return 'Medium'
    elif v &lt;= 5: return 'High'
    else: return 'Very High'
df['Vehicles_Category'] = df[
    'Number_of_vehicles_involved'].apply(vehicle_category)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Categorize casualties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casualty_category(c):
    if c == 0: return 'No Casualty'
    elif c &lt;= 2: return 'Low'
    elif c &lt;= 5: return 'Medium'
    else: return 'High'
df['Casualties_Category'] = df[
    'Number_of_casualties'].apply(casualty_category)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Dropping Redundant Columns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dropped since it's now fully represented by Accident_Hour and Time_Period.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Pedestrian_movement, Work_of_casuality and Fitness_of_casuality are dropped as low-value / heavily-imputed columns.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shape shrinks from (12,316 × 37) to a leaner (12,316 × 33) — fewer, more meaningful columns for modeling.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FEATURE SELECTION — drop less useful columns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drop_cols = [
    'Time',                 # replaced by Accident_Hour
    'Pedestrian_movement',
    'Work_of_casuality',
    'Fitness_of_casuality'
]
df_selected = df.drop(columns=drop_cols)
print("Original Shape:", df.shape)        # (12316, 37)
print("Final Shape:", df_selected.shape)  # (12316, 33)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88720" y="5486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VALIDATION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78992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Dataset Validation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5212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last full check confirms zero missing values anywhere in df_selected.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dataset: 12,316 rows × 33 columns — the same row count as the raw file, with no data dropped.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Mixed, optimized dtypes (category, int, float, object) balance memory efficiency with modeling readiness.</a:t>
            </a:r>
            <a:endParaRPr lang="en-US" sz="1450" dirty="0"/>
          </a:p>
          <a:p>
            <a:pPr marL="342900" indent="-342900">
              <a:spcAft>
                <a:spcPts val="1400"/>
              </a:spcAft>
              <a:buSzPct val="100000"/>
              <a:buChar char="–"/>
            </a:pPr>
            <a:r>
              <a:rPr lang="en-US" sz="14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now clean, consistent and ready for the next milestone: analysis and modeling.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035040" y="1874520"/>
            <a:ext cx="5577840" cy="4343400"/>
          </a:xfrm>
          <a:prstGeom prst="roundRect">
            <a:avLst>
              <a:gd name="adj" fmla="val 1684"/>
            </a:avLst>
          </a:prstGeom>
          <a:solidFill>
            <a:srgbClr val="12142A"/>
          </a:solidFill>
          <a:ln/>
          <a:effectLst>
            <a:outerShdw blurRad="762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291072" y="2057400"/>
            <a:ext cx="5065776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2000"/>
              </a:lnSpc>
              <a:buNone/>
            </a:pP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FINAL DATASET VALIDATION
</a:t>
            </a:r>
            <a:r>
              <a:rPr lang="en-US" sz="1050" dirty="0">
                <a:solidFill>
                  <a:srgbClr val="E8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print("Final Missing Values:",
      df_selected.isnull().sum().sum())      # 0
print("Final Shape:", df_selected.shape)     # (12316, 33)
print(df_selected.dtypes.value_counts())
</a:t>
            </a:r>
            <a:r>
              <a:rPr lang="en-US" sz="1050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category    29
# int64        2
# float64      1
# object       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·  MILESTONE 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5F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023360" cy="402336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657600" cy="3657600"/>
          </a:xfrm>
          <a:prstGeom prst="ellipse">
            <a:avLst/>
          </a:prstGeom>
          <a:solidFill>
            <a:srgbClr val="2C315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Transportation Accident  —  Milestone 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4  ·  Pavana R  ·  Rhutuja Kshirsagar  ·  Shaista Sultana  ·  Subasri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1793</Words>
  <Application>Microsoft Office PowerPoint</Application>
  <PresentationFormat>Widescreen</PresentationFormat>
  <Paragraphs>157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Rhutuja Kshirsagar</cp:lastModifiedBy>
  <cp:revision>2</cp:revision>
  <dcterms:created xsi:type="dcterms:W3CDTF">2026-08-13T05:35:00Z</dcterms:created>
  <dcterms:modified xsi:type="dcterms:W3CDTF">2026-09-07T13:54:09Z</dcterms:modified>
</cp:coreProperties>
</file>