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5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1C3D5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E63946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6304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Accident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Assessment  •  Predictive Threat Analytics  •  Executive Dashboards  •  Forecasting &amp; Alerting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743200" cy="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1C3D5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458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Pavana 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37560" y="4892040"/>
            <a:ext cx="457200" cy="457200"/>
          </a:xfrm>
          <a:prstGeom prst="ellipse">
            <a:avLst/>
          </a:prstGeom>
          <a:solidFill>
            <a:srgbClr val="1C3D5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5458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Rhutuja Kshirsagar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4892040"/>
            <a:ext cx="457200" cy="457200"/>
          </a:xfrm>
          <a:prstGeom prst="ellipse">
            <a:avLst/>
          </a:prstGeom>
          <a:solidFill>
            <a:srgbClr val="1C3D5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5458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Shaista Sultana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66760" y="4892040"/>
            <a:ext cx="457200" cy="457200"/>
          </a:xfrm>
          <a:prstGeom prst="ellipse">
            <a:avLst/>
          </a:prstGeom>
          <a:solidFill>
            <a:srgbClr val="1C3D5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5458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Subasri 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Security Risk Assessment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582074" y="1307592"/>
            <a:ext cx="8997372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101600" dist="38100" dir="5400000" algn="bl" rotWithShape="0">
              <a:srgbClr val="1B1F27">
                <a:alpha val="25000"/>
              </a:srgbClr>
            </a:outerShdw>
          </a:effectLst>
        </p:spPr>
      </p:sp>
      <p:pic>
        <p:nvPicPr>
          <p:cNvPr id="6" name="Image 0" descr="assets/security_risk_assess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2" y="1197863"/>
            <a:ext cx="11658600" cy="53593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Predictive Threat Analytics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70750" y="1307592"/>
            <a:ext cx="9220019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101600" dist="38100" dir="5400000" algn="bl" rotWithShape="0">
              <a:srgbClr val="1B1F27">
                <a:alpha val="25000"/>
              </a:srgbClr>
            </a:outerShdw>
          </a:effectLst>
        </p:spPr>
      </p:sp>
      <p:pic>
        <p:nvPicPr>
          <p:cNvPr id="6" name="Image 0" descr="assets/predictive_threat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42" y="1307591"/>
            <a:ext cx="11237495" cy="5297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Executive Command-Center Dashboards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07592"/>
            <a:ext cx="11121992" cy="5404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101600" dist="38100" dir="5400000" algn="bl" rotWithShape="0">
              <a:srgbClr val="1B1F27">
                <a:alpha val="25000"/>
              </a:srgbClr>
            </a:outerShdw>
          </a:effectLst>
        </p:spPr>
      </p:sp>
      <p:pic>
        <p:nvPicPr>
          <p:cNvPr id="6" name="Image 0" descr="assets/executive_command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102" y="1417320"/>
            <a:ext cx="8533316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Finalize Forecasting, Alerting, Security &amp; Performance Optimization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40946" y="1307592"/>
            <a:ext cx="8679628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101600" dist="38100" dir="5400000" algn="bl" rotWithShape="0">
              <a:srgbClr val="1B1F27">
                <a:alpha val="25000"/>
              </a:srgbClr>
            </a:outerShdw>
          </a:effectLst>
        </p:spPr>
      </p:sp>
      <p:pic>
        <p:nvPicPr>
          <p:cNvPr id="6" name="Image 0" descr="assets/forecasting_alerting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89" y="1197864"/>
            <a:ext cx="11309685" cy="5477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1C3D5A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Accident Data into Actionable Safety Intelligence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9875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200"/>
              </a:lnSpc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four dashboards, the project delivers an end-to-end view of road accident risk — from raw incident data to predictive threat scoring.</a:t>
            </a:r>
            <a:endParaRPr lang="en-US" sz="1500" dirty="0"/>
          </a:p>
          <a:p>
            <a:pPr marL="203200" indent="-203200">
              <a:lnSpc>
                <a:spcPts val="2200"/>
              </a:lnSpc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drivers consistently point to darkness without lighting, weekend timing, and lack of distancing as the strongest predictors of severe outcomes.</a:t>
            </a:r>
            <a:endParaRPr lang="en-US" sz="1500" dirty="0"/>
          </a:p>
          <a:p>
            <a:pPr marL="203200" indent="-203200">
              <a:lnSpc>
                <a:spcPts val="2200"/>
              </a:lnSpc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Command Center and Forecasting dashboards translate these findings into a 15.4% critical accident rate and an 11.38% alert rate, giving decision-makers a clear, monitorable baseline.</a:t>
            </a:r>
            <a:endParaRPr lang="en-US" sz="1500" dirty="0"/>
          </a:p>
          <a:p>
            <a:pPr marL="203200" indent="-203200">
              <a:lnSpc>
                <a:spcPts val="2200"/>
              </a:lnSpc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dashboards equip stakeholders to prioritize interventions by location, time of day, and weather condition — improving both response speed and long-term road safety planning.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C3D5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754880"/>
            <a:ext cx="3840480" cy="3840480"/>
          </a:xfrm>
          <a:prstGeom prst="ellipse">
            <a:avLst/>
          </a:prstGeom>
          <a:solidFill>
            <a:srgbClr val="E63946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0604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394960" y="3840480"/>
            <a:ext cx="1371600" cy="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Road Accident Transportation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Pavana R   •   Rhutuja Kshirsagar   •   Shaista Sultana   •   Subasri 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209</Words>
  <Application>Microsoft Office PowerPoint</Application>
  <PresentationFormat>Widescreen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Rhutuja Kshirsagar</cp:lastModifiedBy>
  <cp:revision>2</cp:revision>
  <dcterms:created xsi:type="dcterms:W3CDTF">2026-09-03T12:05:44Z</dcterms:created>
  <dcterms:modified xsi:type="dcterms:W3CDTF">2026-09-07T13:52:19Z</dcterms:modified>
</cp:coreProperties>
</file>